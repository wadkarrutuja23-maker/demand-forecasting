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SemiBold"/>
      <p:regular r:id="rId201317"/>
    </p:embeddedFont>
    <p:embeddedFont>
      <p:font typeface="Space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584325"/>
            <a:ext cx="7765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08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Demand Forecasting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6502237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067719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5734" y="2019617"/>
            <a:ext cx="611608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customer shopping behaviour from 76,000 purchases across project categories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623693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38993" y="4575592"/>
            <a:ext cx="607282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insights into demand, sales, inventory, and category performance to guide strategic business decisions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585" y="3601641"/>
            <a:ext cx="6502237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9" name="Text 6"/>
          <p:cNvSpPr/>
          <p:nvPr/>
        </p:nvSpPr>
        <p:spPr>
          <a:xfrm>
            <a:off x="199722" y="6451898"/>
            <a:ext cx="79412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Dataset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3572877" cy="4967784"/>
          </a:xfrm>
          <a:prstGeom prst="rect">
            <a:avLst/>
          </a:prstGeom>
          <a:solidFill>
            <a:srgbClr val="2A2F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914352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3538240"/>
            <a:ext cx="311568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D3D8D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76,000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38179" y="4403824"/>
            <a:ext cx="33442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and 16 columns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09359" y="1280616"/>
            <a:ext cx="3572976" cy="4967784"/>
          </a:xfrm>
          <a:prstGeom prst="rect">
            <a:avLst/>
          </a:prstGeom>
          <a:solidFill>
            <a:srgbClr val="2A2F3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954" y="2854424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37954" y="3445389"/>
            <a:ext cx="31157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537954" y="3873599"/>
            <a:ext cx="311578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stores, products, sales, inventory, pricing, promotions, weather, seasonality, and demand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009233" y="1280616"/>
            <a:ext cx="3572877" cy="4967784"/>
          </a:xfrm>
          <a:prstGeom prst="rect">
            <a:avLst/>
          </a:prstGeom>
          <a:solidFill>
            <a:srgbClr val="2A2F3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828" y="2914352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37828" y="3538240"/>
            <a:ext cx="311568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D3D8D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</a:t>
            </a:r>
            <a:endParaRPr lang="en-US" sz="5600" dirty="0"/>
          </a:p>
        </p:txBody>
      </p:sp>
      <p:sp>
        <p:nvSpPr>
          <p:cNvPr id="14" name="Text 9"/>
          <p:cNvSpPr/>
          <p:nvPr/>
        </p:nvSpPr>
        <p:spPr>
          <a:xfrm>
            <a:off x="8237828" y="4403824"/>
            <a:ext cx="33442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data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806339" y="6451898"/>
            <a:ext cx="38535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Exploratory data analysis using Python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2092868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534616"/>
            <a:ext cx="86655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63578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036207"/>
            <a:ext cx="158488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the dataset using pandas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9450" y="1280616"/>
            <a:ext cx="2092868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3443" y="1534616"/>
            <a:ext cx="91407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3083443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0" name="Text 8"/>
          <p:cNvSpPr/>
          <p:nvPr/>
        </p:nvSpPr>
        <p:spPr>
          <a:xfrm>
            <a:off x="3083443" y="2036207"/>
            <a:ext cx="1584881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df.info() to check structure and df.describe() for summary statistics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49314" y="1280616"/>
            <a:ext cx="2092967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308" y="1534616"/>
            <a:ext cx="91715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303308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308" y="2036207"/>
            <a:ext cx="158498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for null values and confirmed there were no null values in the dataset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278" y="1280616"/>
            <a:ext cx="2092868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3272" y="1534616"/>
            <a:ext cx="92429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523272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23272" y="2036207"/>
            <a:ext cx="1584881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columns to snake case for readability and documentation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89143" y="1280616"/>
            <a:ext cx="2092967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43137" y="1534616"/>
            <a:ext cx="91150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9743137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22" name="Text 20"/>
          <p:cNvSpPr/>
          <p:nvPr/>
        </p:nvSpPr>
        <p:spPr>
          <a:xfrm>
            <a:off x="9743137" y="2036207"/>
            <a:ext cx="1584980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Changed the Date column from string type to datetime type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02370" y="6451898"/>
            <a:ext cx="38932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Business questions answered with Python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3572877" cy="4967784"/>
          </a:xfrm>
          <a:prstGeom prst="rect">
            <a:avLst/>
          </a:prstGeom>
          <a:solidFill>
            <a:srgbClr val="2A2F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509216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2100182"/>
            <a:ext cx="31156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demand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38179" y="2531982"/>
            <a:ext cx="31156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demand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309359" y="1280616"/>
            <a:ext cx="3572976" cy="4967784"/>
          </a:xfrm>
          <a:prstGeom prst="rect">
            <a:avLst/>
          </a:prstGeom>
          <a:solidFill>
            <a:srgbClr val="2A2F3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954" y="1509216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37954" y="2100182"/>
            <a:ext cx="31157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demand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537954" y="2531982"/>
            <a:ext cx="31157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demand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009233" y="1280616"/>
            <a:ext cx="3572877" cy="4967784"/>
          </a:xfrm>
          <a:prstGeom prst="rect">
            <a:avLst/>
          </a:prstGeom>
          <a:solidFill>
            <a:srgbClr val="2A2F3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828" y="1509216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37828" y="2100182"/>
            <a:ext cx="31156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Region-wise demand analysis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237828" y="2836782"/>
            <a:ext cx="31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Category-wise demand, units sold, and prices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1809712" y="6451898"/>
            <a:ext cx="3819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Discounts and promotions affect demand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5410065" cy="4967784"/>
          </a:xfrm>
          <a:prstGeom prst="roundRect">
            <a:avLst>
              <a:gd name="adj" fmla="val 652"/>
            </a:avLst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541284"/>
            <a:ext cx="490207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versus discount analysis asks whether higher discounts lead to higher demand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3578" y="5371028"/>
            <a:ext cx="490207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Finding: higher discounts lead to higher demand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72046" y="1280616"/>
            <a:ext cx="5410065" cy="4967784"/>
          </a:xfrm>
          <a:prstGeom prst="roundRect">
            <a:avLst>
              <a:gd name="adj" fmla="val 652"/>
            </a:avLst>
          </a:prstGeom>
          <a:solidFill>
            <a:srgbClr val="3A3D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640" y="1515884"/>
            <a:ext cx="495287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Promotion-wise demand analysis asks whether running a promotion increases average demand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640" y="5396428"/>
            <a:ext cx="495287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Finding: stakeholders should promote their business to increase demand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Data analysis using SQL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2092868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534616"/>
            <a:ext cx="86655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63578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036207"/>
            <a:ext cx="1584881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Changed the datatype of the date column from string to date type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9450" y="1280616"/>
            <a:ext cx="2092868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3443" y="1534616"/>
            <a:ext cx="91407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3083443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0" name="Text 8"/>
          <p:cNvSpPr/>
          <p:nvPr/>
        </p:nvSpPr>
        <p:spPr>
          <a:xfrm>
            <a:off x="3083443" y="2036207"/>
            <a:ext cx="158488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total demand and total units sold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49314" y="1280616"/>
            <a:ext cx="2092967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308" y="1534616"/>
            <a:ext cx="91715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303308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308" y="2036207"/>
            <a:ext cx="158498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average price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278" y="1280616"/>
            <a:ext cx="2092868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3272" y="1534616"/>
            <a:ext cx="92429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523272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23272" y="2036207"/>
            <a:ext cx="158488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Analysed demand and units sold by region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89143" y="1280616"/>
            <a:ext cx="2092967" cy="4967784"/>
          </a:xfrm>
          <a:prstGeom prst="rect">
            <a:avLst/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43137" y="1534616"/>
            <a:ext cx="91150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9743137" y="1858466"/>
            <a:ext cx="1584881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22" name="Text 20"/>
          <p:cNvSpPr/>
          <p:nvPr/>
        </p:nvSpPr>
        <p:spPr>
          <a:xfrm>
            <a:off x="9743137" y="2036207"/>
            <a:ext cx="1584980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Analysed promotion, seasonality, and demand over years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16261" y="6451898"/>
            <a:ext cx="37543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Dashboards bring the analysis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3791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the source dashboards into a clear view of demand, regional performance, category performance, promotions, seasonality, and trends over time.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2245816"/>
            <a:ext cx="3594010" cy="1937742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123806"/>
            <a:ext cx="31368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30592" y="2245816"/>
            <a:ext cx="3530512" cy="1937742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Text 5"/>
          <p:cNvSpPr/>
          <p:nvPr/>
        </p:nvSpPr>
        <p:spPr>
          <a:xfrm>
            <a:off x="4559186" y="3123806"/>
            <a:ext cx="30733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performance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88100" y="2245816"/>
            <a:ext cx="3594010" cy="1937742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9" name="Text 7"/>
          <p:cNvSpPr/>
          <p:nvPr/>
        </p:nvSpPr>
        <p:spPr>
          <a:xfrm>
            <a:off x="8216694" y="3123806"/>
            <a:ext cx="31368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performance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585" y="4310559"/>
            <a:ext cx="3594010" cy="1937841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5188548"/>
            <a:ext cx="31368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30592" y="4310559"/>
            <a:ext cx="3530512" cy="1937841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59186" y="5188548"/>
            <a:ext cx="30733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Seasonality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88100" y="4310559"/>
            <a:ext cx="3594010" cy="1937841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5" name="Text 13"/>
          <p:cNvSpPr/>
          <p:nvPr/>
        </p:nvSpPr>
        <p:spPr>
          <a:xfrm>
            <a:off x="8216694" y="5188548"/>
            <a:ext cx="31368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6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 over time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06240" y="6451898"/>
            <a:ext cx="38545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873" y="633264"/>
            <a:ext cx="6502237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79873" y="1284426"/>
            <a:ext cx="65022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18" kern="100" dirty="0">
                <a:solidFill>
                  <a:srgbClr val="F4F6F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Promotion:</a:t>
            </a:r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demand was higher in promotional periods, so use promotional strategies to stimulate business growth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79873" y="2989898"/>
            <a:ext cx="65022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18" kern="100" dirty="0">
                <a:solidFill>
                  <a:srgbClr val="F4F6F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Discount:</a:t>
            </a:r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 demand is usually higher when a higher discount is given, so try to give more reasonable discounts to customers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873" y="5003939"/>
            <a:ext cx="65022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18" kern="100" dirty="0">
                <a:solidFill>
                  <a:srgbClr val="F4F6F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marketing:</a:t>
            </a:r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 on high-revenue-generating products and highlight top-rated products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79873" y="2751138"/>
            <a:ext cx="6502237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8" name="Shape 5"/>
          <p:cNvSpPr/>
          <p:nvPr/>
        </p:nvSpPr>
        <p:spPr>
          <a:xfrm>
            <a:off x="5079873" y="4765179"/>
            <a:ext cx="6502237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9" name="Text 6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970087"/>
            <a:ext cx="9035824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8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65156" y="2835275"/>
            <a:ext cx="903582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forecasting analysis connects customer behaviour, pricing, promotions, seasonality, and regional performance to strategic business decisions.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2026-10-08T14:29:29Z</dcterms:created>
  <dcterms:modified xsi:type="dcterms:W3CDTF">2026-10-08T14:29:29Z</dcterms:modified>
</cp:coreProperties>
</file>